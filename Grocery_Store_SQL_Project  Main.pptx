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57" r:id="rId3"/>
    <p:sldId id="279" r:id="rId4"/>
    <p:sldId id="258" r:id="rId5"/>
    <p:sldId id="259" r:id="rId6"/>
    <p:sldId id="276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272E8-EDC3-48BC-91DC-C85626424393}" v="53" dt="2026-06-27T06:20:24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3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dugu Venu Madhav" userId="08988c2148aef9e1" providerId="LiveId" clId="{18014203-BB55-4485-A029-72972D7DF193}"/>
    <pc:docChg chg="undo custSel addSld delSld modSld">
      <pc:chgData name="Jidugu Venu Madhav" userId="08988c2148aef9e1" providerId="LiveId" clId="{18014203-BB55-4485-A029-72972D7DF193}" dt="2026-06-27T06:21:20.252" v="1048" actId="2696"/>
      <pc:docMkLst>
        <pc:docMk/>
      </pc:docMkLst>
      <pc:sldChg chg="addSp delSp del mod chgLayout">
        <pc:chgData name="Jidugu Venu Madhav" userId="08988c2148aef9e1" providerId="LiveId" clId="{18014203-BB55-4485-A029-72972D7DF193}" dt="2026-06-27T03:31:18.763" v="486" actId="47"/>
        <pc:sldMkLst>
          <pc:docMk/>
          <pc:sldMk cId="0" sldId="256"/>
        </pc:sldMkLst>
        <pc:spChg chg="add del">
          <ac:chgData name="Jidugu Venu Madhav" userId="08988c2148aef9e1" providerId="LiveId" clId="{18014203-BB55-4485-A029-72972D7DF193}" dt="2026-06-27T03:25:16.230" v="455" actId="22"/>
          <ac:spMkLst>
            <pc:docMk/>
            <pc:sldMk cId="0" sldId="256"/>
            <ac:spMk id="12" creationId="{60AC5282-7278-E72A-45B7-646139F4E8E8}"/>
          </ac:spMkLst>
        </pc:spChg>
      </pc:sldChg>
      <pc:sldChg chg="addSp delSp modSp add del mod">
        <pc:chgData name="Jidugu Venu Madhav" userId="08988c2148aef9e1" providerId="LiveId" clId="{18014203-BB55-4485-A029-72972D7DF193}" dt="2026-06-27T03:58:06.785" v="881"/>
        <pc:sldMkLst>
          <pc:docMk/>
          <pc:sldMk cId="0" sldId="257"/>
        </pc:sldMkLst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18.039" v="0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24.474" v="1" actId="478"/>
          <ac:spMkLst>
            <pc:docMk/>
            <pc:sldMk cId="0" sldId="257"/>
            <ac:spMk id="34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6T08:57:28.194" v="3" actId="1076"/>
          <ac:spMkLst>
            <pc:docMk/>
            <pc:sldMk cId="0" sldId="257"/>
            <ac:spMk id="36" creationId="{EE9C2360-0C04-1EBE-AA56-A2271B79E667}"/>
          </ac:spMkLst>
        </pc:spChg>
        <pc:spChg chg="mod">
          <ac:chgData name="Jidugu Venu Madhav" userId="08988c2148aef9e1" providerId="LiveId" clId="{18014203-BB55-4485-A029-72972D7DF193}" dt="2026-06-27T03:58:06.785" v="881"/>
          <ac:spMkLst>
            <pc:docMk/>
            <pc:sldMk cId="0" sldId="257"/>
            <ac:spMk id="104" creationId="{00000000-0000-0000-0000-000000000000}"/>
          </ac:spMkLst>
        </pc:spChg>
      </pc:sldChg>
      <pc:sldChg chg="delSp mod modClrScheme chgLayout">
        <pc:chgData name="Jidugu Venu Madhav" userId="08988c2148aef9e1" providerId="LiveId" clId="{18014203-BB55-4485-A029-72972D7DF193}" dt="2026-06-27T06:03:28.974" v="887" actId="478"/>
        <pc:sldMkLst>
          <pc:docMk/>
          <pc:sldMk cId="0" sldId="258"/>
        </pc:sldMkLst>
        <pc:spChg chg="del">
          <ac:chgData name="Jidugu Venu Madhav" userId="08988c2148aef9e1" providerId="LiveId" clId="{18014203-BB55-4485-A029-72972D7DF193}" dt="2026-06-27T06:03:28.974" v="887" actId="478"/>
          <ac:spMkLst>
            <pc:docMk/>
            <pc:sldMk cId="0" sldId="258"/>
            <ac:spMk id="46" creationId="{00000000-0000-0000-0000-000000000000}"/>
          </ac:spMkLst>
        </pc:spChg>
      </pc:sldChg>
      <pc:sldChg chg="delSp modSp mod modClrScheme chgLayout">
        <pc:chgData name="Jidugu Venu Madhav" userId="08988c2148aef9e1" providerId="LiveId" clId="{18014203-BB55-4485-A029-72972D7DF193}" dt="2026-06-27T06:04:09.355" v="893" actId="1076"/>
        <pc:sldMkLst>
          <pc:docMk/>
          <pc:sldMk cId="0" sldId="259"/>
        </pc:sldMkLst>
        <pc:spChg chg="del">
          <ac:chgData name="Jidugu Venu Madhav" userId="08988c2148aef9e1" providerId="LiveId" clId="{18014203-BB55-4485-A029-72972D7DF193}" dt="2026-06-27T06:03:51.690" v="891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04:09.355" v="893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04:04.269" v="892" actId="1076"/>
          <ac:spMkLst>
            <pc:docMk/>
            <pc:sldMk cId="0" sldId="259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3:47.781" v="890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3:41.322" v="889" actId="478"/>
          <ac:spMkLst>
            <pc:docMk/>
            <pc:sldMk cId="0" sldId="259"/>
            <ac:spMk id="21" creationId="{00000000-0000-0000-0000-000000000000}"/>
          </ac:spMkLst>
        </pc:spChg>
      </pc:sldChg>
      <pc:sldChg chg="addSp delSp modSp mod modClrScheme chgLayout">
        <pc:chgData name="Jidugu Venu Madhav" userId="08988c2148aef9e1" providerId="LiveId" clId="{18014203-BB55-4485-A029-72972D7DF193}" dt="2026-06-27T06:15:03.132" v="1001" actId="700"/>
        <pc:sldMkLst>
          <pc:docMk/>
          <pc:sldMk cId="0" sldId="260"/>
        </pc:sldMkLst>
        <pc:spChg chg="del">
          <ac:chgData name="Jidugu Venu Madhav" userId="08988c2148aef9e1" providerId="LiveId" clId="{18014203-BB55-4485-A029-72972D7DF193}" dt="2026-06-27T06:04:42.251" v="899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21:18:40.161" v="221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38:38.552" v="140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4:32.257" v="994" actId="1076"/>
          <ac:spMkLst>
            <pc:docMk/>
            <pc:sldMk cId="0" sldId="260"/>
            <ac:spMk id="11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6:13:31.521" v="993" actId="123"/>
          <ac:spMkLst>
            <pc:docMk/>
            <pc:sldMk cId="0" sldId="260"/>
            <ac:spMk id="12" creationId="{C22E05C8-098A-F7AD-8188-5006D84B34D9}"/>
          </ac:spMkLst>
        </pc:spChg>
        <pc:spChg chg="mod">
          <ac:chgData name="Jidugu Venu Madhav" userId="08988c2148aef9e1" providerId="LiveId" clId="{18014203-BB55-4485-A029-72972D7DF193}" dt="2026-06-27T06:14:52.888" v="999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4:49.182" v="998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4:57.435" v="1000" actId="1076"/>
          <ac:spMkLst>
            <pc:docMk/>
            <pc:sldMk cId="0" sldId="260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4:45.022" v="900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7T06:04:52.207" v="902" actId="478"/>
          <ac:spMkLst>
            <pc:docMk/>
            <pc:sldMk cId="0" sldId="260"/>
            <ac:spMk id="18" creationId="{00000000-0000-0000-0000-000000000000}"/>
          </ac:spMkLst>
        </pc:spChg>
        <pc:spChg chg="add del mod">
          <ac:chgData name="Jidugu Venu Madhav" userId="08988c2148aef9e1" providerId="LiveId" clId="{18014203-BB55-4485-A029-72972D7DF193}" dt="2026-06-27T03:21:57.759" v="450" actId="478"/>
          <ac:spMkLst>
            <pc:docMk/>
            <pc:sldMk cId="0" sldId="260"/>
            <ac:spMk id="19" creationId="{FFE73239-0918-3D61-D62A-8564DCE1C141}"/>
          </ac:spMkLst>
        </pc:spChg>
        <pc:picChg chg="mod">
          <ac:chgData name="Jidugu Venu Madhav" userId="08988c2148aef9e1" providerId="LiveId" clId="{18014203-BB55-4485-A029-72972D7DF193}" dt="2026-06-27T06:14:34.633" v="995" actId="1076"/>
          <ac:picMkLst>
            <pc:docMk/>
            <pc:sldMk cId="0" sldId="260"/>
            <ac:picMk id="20" creationId="{AFC9EF21-64EE-2D6E-9AB9-68A02A6847E7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5:31.157" v="1007" actId="700"/>
        <pc:sldMkLst>
          <pc:docMk/>
          <pc:sldMk cId="0" sldId="261"/>
        </pc:sldMkLst>
        <pc:spChg chg="del">
          <ac:chgData name="Jidugu Venu Madhav" userId="08988c2148aef9e1" providerId="LiveId" clId="{18014203-BB55-4485-A029-72972D7DF193}" dt="2026-06-27T06:05:06.222" v="905" actId="478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20:52.248" v="438" actId="115"/>
          <ac:spMkLst>
            <pc:docMk/>
            <pc:sldMk cId="0" sldId="261"/>
            <ac:spMk id="10" creationId="{FCC1D6F4-6760-A617-D110-F5F374573FCA}"/>
          </ac:spMkLst>
        </pc:spChg>
        <pc:spChg chg="mod">
          <ac:chgData name="Jidugu Venu Madhav" userId="08988c2148aef9e1" providerId="LiveId" clId="{18014203-BB55-4485-A029-72972D7DF193}" dt="2026-06-26T14:51:36.933" v="15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5:13.927" v="1003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5:21.507" v="1005" actId="1410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5:25.597" v="1006" actId="1076"/>
          <ac:spMkLst>
            <pc:docMk/>
            <pc:sldMk cId="0" sldId="261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4:57.003" v="903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02.277" v="904" actId="478"/>
          <ac:spMkLst>
            <pc:docMk/>
            <pc:sldMk cId="0" sldId="261"/>
            <ac:spMk id="18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6T14:51:45.346" v="154" actId="14100"/>
          <ac:picMkLst>
            <pc:docMk/>
            <pc:sldMk cId="0" sldId="261"/>
            <ac:picMk id="19" creationId="{1BED96CB-26DC-69D8-63D3-FCA62A7E4544}"/>
          </ac:picMkLst>
        </pc:picChg>
        <pc:picChg chg="mod">
          <ac:chgData name="Jidugu Venu Madhav" userId="08988c2148aef9e1" providerId="LiveId" clId="{18014203-BB55-4485-A029-72972D7DF193}" dt="2026-06-27T06:15:11.345" v="1002" actId="14100"/>
          <ac:picMkLst>
            <pc:docMk/>
            <pc:sldMk cId="0" sldId="261"/>
            <ac:picMk id="20" creationId="{7FC71542-B49B-8F5A-3F48-B0AF5F7AA5F8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6:06.525" v="1012" actId="700"/>
        <pc:sldMkLst>
          <pc:docMk/>
          <pc:sldMk cId="0" sldId="262"/>
        </pc:sldMkLst>
        <pc:spChg chg="del">
          <ac:chgData name="Jidugu Venu Madhav" userId="08988c2148aef9e1" providerId="LiveId" clId="{18014203-BB55-4485-A029-72972D7DF193}" dt="2026-06-27T06:05:11.813" v="906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52:01.639" v="157" actId="20577"/>
          <ac:spMkLst>
            <pc:docMk/>
            <pc:sldMk cId="0" sldId="262"/>
            <ac:spMk id="11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20:34.482" v="435" actId="14100"/>
          <ac:spMkLst>
            <pc:docMk/>
            <pc:sldMk cId="0" sldId="262"/>
            <ac:spMk id="12" creationId="{FC604211-B1F9-1C3D-C6E8-B70564774B46}"/>
          </ac:spMkLst>
        </pc:spChg>
        <pc:spChg chg="mod">
          <ac:chgData name="Jidugu Venu Madhav" userId="08988c2148aef9e1" providerId="LiveId" clId="{18014203-BB55-4485-A029-72972D7DF193}" dt="2026-06-27T06:15:52.438" v="100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5:56.948" v="1010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6:01.290" v="1011" actId="1076"/>
          <ac:spMkLst>
            <pc:docMk/>
            <pc:sldMk cId="0" sldId="262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14.123" v="907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18.654" v="908" actId="478"/>
          <ac:spMkLst>
            <pc:docMk/>
            <pc:sldMk cId="0" sldId="262"/>
            <ac:spMk id="18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7T06:15:49.179" v="1008" actId="14100"/>
          <ac:picMkLst>
            <pc:docMk/>
            <pc:sldMk cId="0" sldId="262"/>
            <ac:picMk id="21" creationId="{BB560CFA-CEB6-2A01-1905-54F6F11774B7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6:43.226" v="1020" actId="700"/>
        <pc:sldMkLst>
          <pc:docMk/>
          <pc:sldMk cId="0" sldId="263"/>
        </pc:sldMkLst>
        <pc:spChg chg="del">
          <ac:chgData name="Jidugu Venu Madhav" userId="08988c2148aef9e1" providerId="LiveId" clId="{18014203-BB55-4485-A029-72972D7DF193}" dt="2026-06-27T06:05:26.421" v="909" actId="478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9:42.824" v="426" actId="115"/>
          <ac:spMkLst>
            <pc:docMk/>
            <pc:sldMk cId="0" sldId="263"/>
            <ac:spMk id="12" creationId="{840A0086-9725-5813-DB81-50D61FD0237F}"/>
          </ac:spMkLst>
        </pc:spChg>
        <pc:spChg chg="mod">
          <ac:chgData name="Jidugu Venu Madhav" userId="08988c2148aef9e1" providerId="LiveId" clId="{18014203-BB55-4485-A029-72972D7DF193}" dt="2026-06-26T14:54:55.210" v="168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6:25.317" v="1016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6:32.181" v="1018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6:37.186" v="1019" actId="1076"/>
          <ac:spMkLst>
            <pc:docMk/>
            <pc:sldMk cId="0" sldId="263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31.975" v="910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34.144" v="911" actId="478"/>
          <ac:spMkLst>
            <pc:docMk/>
            <pc:sldMk cId="0" sldId="263"/>
            <ac:spMk id="18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7T06:16:13.342" v="1013" actId="14100"/>
          <ac:picMkLst>
            <pc:docMk/>
            <pc:sldMk cId="0" sldId="263"/>
            <ac:picMk id="21" creationId="{CCF73FCD-4400-DEFC-E09D-58504C8339DD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7:19.356" v="1026" actId="700"/>
        <pc:sldMkLst>
          <pc:docMk/>
          <pc:sldMk cId="0" sldId="264"/>
        </pc:sldMkLst>
        <pc:spChg chg="del">
          <ac:chgData name="Jidugu Venu Madhav" userId="08988c2148aef9e1" providerId="LiveId" clId="{18014203-BB55-4485-A029-72972D7DF193}" dt="2026-06-27T06:05:40.841" v="912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55:38.547" v="170" actId="1076"/>
          <ac:spMkLst>
            <pc:docMk/>
            <pc:sldMk cId="0" sldId="264"/>
            <ac:spMk id="11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22:20.303" v="452" actId="14100"/>
          <ac:spMkLst>
            <pc:docMk/>
            <pc:sldMk cId="0" sldId="264"/>
            <ac:spMk id="12" creationId="{87D8C012-0F52-D5C9-3704-8B4DC0163462}"/>
          </ac:spMkLst>
        </pc:spChg>
        <pc:spChg chg="mod">
          <ac:chgData name="Jidugu Venu Madhav" userId="08988c2148aef9e1" providerId="LiveId" clId="{18014203-BB55-4485-A029-72972D7DF193}" dt="2026-06-27T06:17:06.378" v="1024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7:02.145" v="1023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7:14.669" v="1025" actId="1076"/>
          <ac:spMkLst>
            <pc:docMk/>
            <pc:sldMk cId="0" sldId="264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47.739" v="913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5:50.242" v="914" actId="478"/>
          <ac:spMkLst>
            <pc:docMk/>
            <pc:sldMk cId="0" sldId="264"/>
            <ac:spMk id="18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6T14:55:45.319" v="172" actId="14100"/>
          <ac:picMkLst>
            <pc:docMk/>
            <pc:sldMk cId="0" sldId="264"/>
            <ac:picMk id="20" creationId="{3278AFA3-D394-C6F6-3417-D5670BB133FD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8:18.717" v="1037" actId="14100"/>
        <pc:sldMkLst>
          <pc:docMk/>
          <pc:sldMk cId="0" sldId="265"/>
        </pc:sldMkLst>
        <pc:spChg chg="del">
          <ac:chgData name="Jidugu Venu Madhav" userId="08988c2148aef9e1" providerId="LiveId" clId="{18014203-BB55-4485-A029-72972D7DF193}" dt="2026-06-27T06:05:55.610" v="915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56:44.005" v="176" actId="1076"/>
          <ac:spMkLst>
            <pc:docMk/>
            <pc:sldMk cId="0" sldId="265"/>
            <ac:spMk id="11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9:31.508" v="424" actId="115"/>
          <ac:spMkLst>
            <pc:docMk/>
            <pc:sldMk cId="0" sldId="265"/>
            <ac:spMk id="12" creationId="{DD682FC0-E88E-B183-91FB-9808B7296C91}"/>
          </ac:spMkLst>
        </pc:spChg>
        <pc:spChg chg="mod">
          <ac:chgData name="Jidugu Venu Madhav" userId="08988c2148aef9e1" providerId="LiveId" clId="{18014203-BB55-4485-A029-72972D7DF193}" dt="2026-06-27T06:18:08.740" v="103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8:18.717" v="1037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8:14.102" v="1036" actId="1076"/>
          <ac:spMkLst>
            <pc:docMk/>
            <pc:sldMk cId="0" sldId="265"/>
            <ac:spMk id="16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7T06:05:57.580" v="916" actId="478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06:02.215" v="942" actId="20577"/>
          <ac:spMkLst>
            <pc:docMk/>
            <pc:sldMk cId="0" sldId="265"/>
            <ac:spMk id="18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7T06:17:28.958" v="1027" actId="14100"/>
          <ac:picMkLst>
            <pc:docMk/>
            <pc:sldMk cId="0" sldId="265"/>
            <ac:picMk id="20" creationId="{8A6253B7-D9E5-71FD-EBDB-95E7AE4E0F78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1:36.928" v="988" actId="700"/>
        <pc:sldMkLst>
          <pc:docMk/>
          <pc:sldMk cId="0" sldId="266"/>
        </pc:sldMkLst>
        <pc:spChg chg="del">
          <ac:chgData name="Jidugu Venu Madhav" userId="08988c2148aef9e1" providerId="LiveId" clId="{18014203-BB55-4485-A029-72972D7DF193}" dt="2026-06-27T06:06:14.118" v="945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59:28.720" v="188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4:59:17.522" v="186" actId="1076"/>
          <ac:spMkLst>
            <pc:docMk/>
            <pc:sldMk cId="0" sldId="266"/>
            <ac:spMk id="11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14:58:55.547" v="182" actId="478"/>
          <ac:spMkLst>
            <pc:docMk/>
            <pc:sldMk cId="0" sldId="266"/>
            <ac:spMk id="1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5:57.263" v="388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1:27.701" v="987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7:17.630" v="402" actId="25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7:02.581" v="400" actId="14100"/>
          <ac:spMkLst>
            <pc:docMk/>
            <pc:sldMk cId="0" sldId="266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09.086" v="943" actId="478"/>
          <ac:spMkLst>
            <pc:docMk/>
            <pc:sldMk cId="0" sldId="266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10.864" v="944" actId="478"/>
          <ac:spMkLst>
            <pc:docMk/>
            <pc:sldMk cId="0" sldId="266"/>
            <ac:spMk id="18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6:15.181" v="390" actId="1076"/>
          <ac:spMkLst>
            <pc:docMk/>
            <pc:sldMk cId="0" sldId="266"/>
            <ac:spMk id="23" creationId="{C81D1C07-AB18-DD7A-39F9-E703F688289A}"/>
          </ac:spMkLst>
        </pc:spChg>
        <pc:picChg chg="mod">
          <ac:chgData name="Jidugu Venu Madhav" userId="08988c2148aef9e1" providerId="LiveId" clId="{18014203-BB55-4485-A029-72972D7DF193}" dt="2026-06-26T14:59:20.529" v="187" actId="1076"/>
          <ac:picMkLst>
            <pc:docMk/>
            <pc:sldMk cId="0" sldId="266"/>
            <ac:picMk id="20" creationId="{097E628E-9CDB-9732-9ECF-99DA7C3A4005}"/>
          </ac:picMkLst>
        </pc:picChg>
        <pc:picChg chg="mod">
          <ac:chgData name="Jidugu Venu Madhav" userId="08988c2148aef9e1" providerId="LiveId" clId="{18014203-BB55-4485-A029-72972D7DF193}" dt="2026-06-26T14:59:11.708" v="185" actId="1076"/>
          <ac:picMkLst>
            <pc:docMk/>
            <pc:sldMk cId="0" sldId="266"/>
            <ac:picMk id="21" creationId="{A357C18B-B554-821E-E4E0-AACB6248ED78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8:33.499" v="1038" actId="14100"/>
        <pc:sldMkLst>
          <pc:docMk/>
          <pc:sldMk cId="0" sldId="267"/>
        </pc:sldMkLst>
        <pc:spChg chg="del">
          <ac:chgData name="Jidugu Venu Madhav" userId="08988c2148aef9e1" providerId="LiveId" clId="{18014203-BB55-4485-A029-72972D7DF193}" dt="2026-06-27T06:06:19.526" v="946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5:09:46.937" v="201" actId="1076"/>
          <ac:spMkLst>
            <pc:docMk/>
            <pc:sldMk cId="0" sldId="267"/>
            <ac:spMk id="11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15:09:54.040" v="203" actId="478"/>
          <ac:spMkLst>
            <pc:docMk/>
            <pc:sldMk cId="0" sldId="267"/>
            <ac:spMk id="1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8:33.499" v="1038" actId="14100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4:17.257" v="370" actId="1410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4:38.412" v="374" actId="14100"/>
          <ac:spMkLst>
            <pc:docMk/>
            <pc:sldMk cId="0" sldId="267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22.358" v="947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25.820" v="948" actId="478"/>
          <ac:spMkLst>
            <pc:docMk/>
            <pc:sldMk cId="0" sldId="267"/>
            <ac:spMk id="18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4:56.725" v="377" actId="115"/>
          <ac:spMkLst>
            <pc:docMk/>
            <pc:sldMk cId="0" sldId="267"/>
            <ac:spMk id="23" creationId="{C0CDB5B0-79BB-6C7B-7A8C-6B3FFFB47673}"/>
          </ac:spMkLst>
        </pc:spChg>
        <pc:picChg chg="mod">
          <ac:chgData name="Jidugu Venu Madhav" userId="08988c2148aef9e1" providerId="LiveId" clId="{18014203-BB55-4485-A029-72972D7DF193}" dt="2026-06-26T15:09:49.519" v="202" actId="1076"/>
          <ac:picMkLst>
            <pc:docMk/>
            <pc:sldMk cId="0" sldId="267"/>
            <ac:picMk id="20" creationId="{02165A8A-2A53-4543-8738-A74A53D10205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0:59.066" v="984" actId="14100"/>
        <pc:sldMkLst>
          <pc:docMk/>
          <pc:sldMk cId="0" sldId="268"/>
        </pc:sldMkLst>
        <pc:spChg chg="del">
          <ac:chgData name="Jidugu Venu Madhav" userId="08988c2148aef9e1" providerId="LiveId" clId="{18014203-BB55-4485-A029-72972D7DF193}" dt="2026-06-27T06:06:30.537" v="949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5:05:26.294" v="194" actId="1076"/>
          <ac:spMkLst>
            <pc:docMk/>
            <pc:sldMk cId="0" sldId="268"/>
            <ac:spMk id="11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15:05:14.644" v="192" actId="478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0:59.066" v="984" actId="1410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3:15.985" v="358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3:02.860" v="356" actId="123"/>
          <ac:spMkLst>
            <pc:docMk/>
            <pc:sldMk cId="0" sldId="268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33.045" v="950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35.102" v="951" actId="478"/>
          <ac:spMkLst>
            <pc:docMk/>
            <pc:sldMk cId="0" sldId="268"/>
            <ac:spMk id="18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3:21.912" v="359" actId="115"/>
          <ac:spMkLst>
            <pc:docMk/>
            <pc:sldMk cId="0" sldId="268"/>
            <ac:spMk id="23" creationId="{AEE624F5-EE8F-3C2B-3CE2-E6FC5D73EF57}"/>
          </ac:spMkLst>
        </pc:spChg>
        <pc:picChg chg="mod">
          <ac:chgData name="Jidugu Venu Madhav" userId="08988c2148aef9e1" providerId="LiveId" clId="{18014203-BB55-4485-A029-72972D7DF193}" dt="2026-06-26T15:05:30.470" v="195" actId="1076"/>
          <ac:picMkLst>
            <pc:docMk/>
            <pc:sldMk cId="0" sldId="268"/>
            <ac:picMk id="20" creationId="{988F1E3E-F59B-0089-35E3-3E0E3F69378A}"/>
          </ac:picMkLst>
        </pc:picChg>
        <pc:picChg chg="mod">
          <ac:chgData name="Jidugu Venu Madhav" userId="08988c2148aef9e1" providerId="LiveId" clId="{18014203-BB55-4485-A029-72972D7DF193}" dt="2026-06-26T15:05:43.609" v="197" actId="14100"/>
          <ac:picMkLst>
            <pc:docMk/>
            <pc:sldMk cId="0" sldId="268"/>
            <ac:picMk id="21" creationId="{30F2E906-ED5D-AC91-0E17-BC94EB824E44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10:14.288" v="981" actId="14100"/>
        <pc:sldMkLst>
          <pc:docMk/>
          <pc:sldMk cId="0" sldId="269"/>
        </pc:sldMkLst>
        <pc:spChg chg="del">
          <ac:chgData name="Jidugu Venu Madhav" userId="08988c2148aef9e1" providerId="LiveId" clId="{18014203-BB55-4485-A029-72972D7DF193}" dt="2026-06-27T06:06:44.432" v="952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0:14.288" v="981" actId="1410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09:40.008" v="324" actId="1410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09:54.121" v="326" actId="123"/>
          <ac:spMkLst>
            <pc:docMk/>
            <pc:sldMk cId="0" sldId="269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47.454" v="953" actId="478"/>
          <ac:spMkLst>
            <pc:docMk/>
            <pc:sldMk cId="0" sldId="269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50.485" v="954" actId="478"/>
          <ac:spMkLst>
            <pc:docMk/>
            <pc:sldMk cId="0" sldId="269"/>
            <ac:spMk id="18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1:54.169" v="342" actId="1076"/>
          <ac:spMkLst>
            <pc:docMk/>
            <pc:sldMk cId="0" sldId="269"/>
            <ac:spMk id="24" creationId="{EAC0C0F3-C02C-CA5E-DA78-FD5E7B225706}"/>
          </ac:spMkLst>
        </pc:spChg>
        <pc:picChg chg="del mod">
          <ac:chgData name="Jidugu Venu Madhav" userId="08988c2148aef9e1" providerId="LiveId" clId="{18014203-BB55-4485-A029-72972D7DF193}" dt="2026-06-26T16:16:37.283" v="204" actId="478"/>
          <ac:picMkLst>
            <pc:docMk/>
            <pc:sldMk cId="0" sldId="269"/>
            <ac:picMk id="20" creationId="{3CF09596-D737-9087-AE06-E00CF7A09AEA}"/>
          </ac:picMkLst>
        </pc:picChg>
        <pc:picChg chg="add mod">
          <ac:chgData name="Jidugu Venu Madhav" userId="08988c2148aef9e1" providerId="LiveId" clId="{18014203-BB55-4485-A029-72972D7DF193}" dt="2026-06-26T16:16:44.883" v="206" actId="1076"/>
          <ac:picMkLst>
            <pc:docMk/>
            <pc:sldMk cId="0" sldId="269"/>
            <ac:picMk id="22" creationId="{7E651627-845C-2C2A-AC3C-40547D33F813}"/>
          </ac:picMkLst>
        </pc:picChg>
      </pc:sldChg>
      <pc:sldChg chg="addSp delSp modSp mod modClrScheme chgLayout">
        <pc:chgData name="Jidugu Venu Madhav" userId="08988c2148aef9e1" providerId="LiveId" clId="{18014203-BB55-4485-A029-72972D7DF193}" dt="2026-06-27T06:09:42.284" v="978" actId="1076"/>
        <pc:sldMkLst>
          <pc:docMk/>
          <pc:sldMk cId="0" sldId="270"/>
        </pc:sldMkLst>
        <pc:spChg chg="del">
          <ac:chgData name="Jidugu Venu Madhav" userId="08988c2148aef9e1" providerId="LiveId" clId="{18014203-BB55-4485-A029-72972D7DF193}" dt="2026-06-27T06:06:56.115" v="955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09:42.284" v="978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6:20:27.744" v="218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3:11:25.602" v="339" actId="123"/>
          <ac:spMkLst>
            <pc:docMk/>
            <pc:sldMk cId="0" sldId="270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6:58.430" v="956" actId="478"/>
          <ac:spMkLst>
            <pc:docMk/>
            <pc:sldMk cId="0" sldId="270"/>
            <ac:spMk id="1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00.130" v="957" actId="478"/>
          <ac:spMkLst>
            <pc:docMk/>
            <pc:sldMk cId="0" sldId="270"/>
            <ac:spMk id="18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7T03:11:45.216" v="341" actId="14100"/>
          <ac:spMkLst>
            <pc:docMk/>
            <pc:sldMk cId="0" sldId="270"/>
            <ac:spMk id="23" creationId="{5B4E412F-6519-0E8D-D05D-7B27C510BBE3}"/>
          </ac:spMkLst>
        </pc:spChg>
        <pc:picChg chg="del">
          <ac:chgData name="Jidugu Venu Madhav" userId="08988c2148aef9e1" providerId="LiveId" clId="{18014203-BB55-4485-A029-72972D7DF193}" dt="2026-06-26T16:20:12.357" v="215" actId="478"/>
          <ac:picMkLst>
            <pc:docMk/>
            <pc:sldMk cId="0" sldId="270"/>
            <ac:picMk id="22" creationId="{FF7655A1-C11B-4DEF-581C-142FB99AC03F}"/>
          </ac:picMkLst>
        </pc:picChg>
      </pc:sldChg>
      <pc:sldChg chg="delSp modSp mod modClrScheme chgLayout">
        <pc:chgData name="Jidugu Venu Madhav" userId="08988c2148aef9e1" providerId="LiveId" clId="{18014203-BB55-4485-A029-72972D7DF193}" dt="2026-06-27T06:19:04.077" v="1040" actId="1076"/>
        <pc:sldMkLst>
          <pc:docMk/>
          <pc:sldMk cId="0" sldId="271"/>
        </pc:sldMkLst>
        <pc:spChg chg="del">
          <ac:chgData name="Jidugu Venu Madhav" userId="08988c2148aef9e1" providerId="LiveId" clId="{18014203-BB55-4485-A029-72972D7DF193}" dt="2026-06-27T06:07:08.267" v="959" actId="478"/>
          <ac:spMkLst>
            <pc:docMk/>
            <pc:sldMk cId="0" sldId="271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19:04.077" v="1040" actId="1076"/>
          <ac:spMkLst>
            <pc:docMk/>
            <pc:sldMk cId="0" sldId="271"/>
            <ac:spMk id="2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05.469" v="958" actId="478"/>
          <ac:spMkLst>
            <pc:docMk/>
            <pc:sldMk cId="0" sldId="271"/>
            <ac:spMk id="2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10.946" v="960" actId="478"/>
          <ac:spMkLst>
            <pc:docMk/>
            <pc:sldMk cId="0" sldId="271"/>
            <ac:spMk id="24" creationId="{00000000-0000-0000-0000-000000000000}"/>
          </ac:spMkLst>
        </pc:spChg>
      </pc:sldChg>
      <pc:sldChg chg="delSp modSp mod modClrScheme chgLayout">
        <pc:chgData name="Jidugu Venu Madhav" userId="08988c2148aef9e1" providerId="LiveId" clId="{18014203-BB55-4485-A029-72972D7DF193}" dt="2026-06-27T06:08:27.779" v="974" actId="478"/>
        <pc:sldMkLst>
          <pc:docMk/>
          <pc:sldMk cId="0" sldId="272"/>
        </pc:sldMkLst>
        <pc:spChg chg="del">
          <ac:chgData name="Jidugu Venu Madhav" userId="08988c2148aef9e1" providerId="LiveId" clId="{18014203-BB55-4485-A029-72972D7DF193}" dt="2026-06-27T06:07:17.521" v="961" actId="478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7T06:08:27.779" v="974" actId="478"/>
          <ac:spMkLst>
            <pc:docMk/>
            <pc:sldMk cId="0" sldId="272"/>
            <ac:spMk id="1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19.594" v="962" actId="478"/>
          <ac:spMkLst>
            <pc:docMk/>
            <pc:sldMk cId="0" sldId="272"/>
            <ac:spMk id="19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21.659" v="963" actId="478"/>
          <ac:spMkLst>
            <pc:docMk/>
            <pc:sldMk cId="0" sldId="272"/>
            <ac:spMk id="20" creationId="{00000000-0000-0000-0000-000000000000}"/>
          </ac:spMkLst>
        </pc:spChg>
      </pc:sldChg>
      <pc:sldChg chg="delSp modSp mod modClrScheme chgLayout">
        <pc:chgData name="Jidugu Venu Madhav" userId="08988c2148aef9e1" providerId="LiveId" clId="{18014203-BB55-4485-A029-72972D7DF193}" dt="2026-06-27T06:08:11.335" v="971" actId="700"/>
        <pc:sldMkLst>
          <pc:docMk/>
          <pc:sldMk cId="0" sldId="273"/>
        </pc:sldMkLst>
        <pc:spChg chg="del">
          <ac:chgData name="Jidugu Venu Madhav" userId="08988c2148aef9e1" providerId="LiveId" clId="{18014203-BB55-4485-A029-72972D7DF193}" dt="2026-06-27T06:07:29.385" v="965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10:32:40.390" v="136" actId="20577"/>
          <ac:spMkLst>
            <pc:docMk/>
            <pc:sldMk cId="0" sldId="273"/>
            <ac:spMk id="5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25.863" v="964" actId="478"/>
          <ac:spMkLst>
            <pc:docMk/>
            <pc:sldMk cId="0" sldId="273"/>
            <ac:spMk id="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32.468" v="966" actId="478"/>
          <ac:spMkLst>
            <pc:docMk/>
            <pc:sldMk cId="0" sldId="273"/>
            <ac:spMk id="7" creationId="{00000000-0000-0000-0000-000000000000}"/>
          </ac:spMkLst>
        </pc:spChg>
      </pc:sldChg>
      <pc:sldChg chg="delSp del mod modClrScheme chgLayout">
        <pc:chgData name="Jidugu Venu Madhav" userId="08988c2148aef9e1" providerId="LiveId" clId="{18014203-BB55-4485-A029-72972D7DF193}" dt="2026-06-27T06:20:34.818" v="1045" actId="47"/>
        <pc:sldMkLst>
          <pc:docMk/>
          <pc:sldMk cId="0" sldId="274"/>
        </pc:sldMkLst>
        <pc:spChg chg="del">
          <ac:chgData name="Jidugu Venu Madhav" userId="08988c2148aef9e1" providerId="LiveId" clId="{18014203-BB55-4485-A029-72972D7DF193}" dt="2026-06-27T06:07:38.057" v="967" actId="478"/>
          <ac:spMkLst>
            <pc:docMk/>
            <pc:sldMk cId="0" sldId="274"/>
            <ac:spMk id="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40.713" v="968" actId="478"/>
          <ac:spMkLst>
            <pc:docMk/>
            <pc:sldMk cId="0" sldId="274"/>
            <ac:spMk id="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7:42.498" v="969" actId="478"/>
          <ac:spMkLst>
            <pc:docMk/>
            <pc:sldMk cId="0" sldId="274"/>
            <ac:spMk id="7" creationId="{00000000-0000-0000-0000-000000000000}"/>
          </ac:spMkLst>
        </pc:spChg>
      </pc:sldChg>
      <pc:sldChg chg="delSp modSp mod modClrScheme chgLayout">
        <pc:chgData name="Jidugu Venu Madhav" userId="08988c2148aef9e1" providerId="LiveId" clId="{18014203-BB55-4485-A029-72972D7DF193}" dt="2026-06-27T06:04:36.878" v="898" actId="478"/>
        <pc:sldMkLst>
          <pc:docMk/>
          <pc:sldMk cId="0" sldId="276"/>
        </pc:sldMkLst>
        <pc:spChg chg="del">
          <ac:chgData name="Jidugu Venu Madhav" userId="08988c2148aef9e1" providerId="LiveId" clId="{18014203-BB55-4485-A029-72972D7DF193}" dt="2026-06-27T06:04:36.878" v="898" actId="478"/>
          <ac:spMkLst>
            <pc:docMk/>
            <pc:sldMk cId="0" sldId="276"/>
            <ac:spMk id="2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7T06:04:16.426" v="894" actId="1076"/>
          <ac:spMkLst>
            <pc:docMk/>
            <pc:sldMk cId="0" sldId="276"/>
            <ac:spMk id="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4:33.910" v="897" actId="478"/>
          <ac:spMkLst>
            <pc:docMk/>
            <pc:sldMk cId="0" sldId="276"/>
            <ac:spMk id="2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7T06:04:29.027" v="896" actId="478"/>
          <ac:spMkLst>
            <pc:docMk/>
            <pc:sldMk cId="0" sldId="276"/>
            <ac:spMk id="21" creationId="{00000000-0000-0000-0000-000000000000}"/>
          </ac:spMkLst>
        </pc:spChg>
      </pc:sldChg>
      <pc:sldChg chg="addSp delSp modSp add del mod setBg">
        <pc:chgData name="Jidugu Venu Madhav" userId="08988c2148aef9e1" providerId="LiveId" clId="{18014203-BB55-4485-A029-72972D7DF193}" dt="2026-06-27T03:34:11.939" v="489" actId="47"/>
        <pc:sldMkLst>
          <pc:docMk/>
          <pc:sldMk cId="0" sldId="277"/>
        </pc:sldMkLst>
        <pc:spChg chg="mod">
          <ac:chgData name="Jidugu Venu Madhav" userId="08988c2148aef9e1" providerId="LiveId" clId="{18014203-BB55-4485-A029-72972D7DF193}" dt="2026-06-26T08:58:43.408" v="14" actId="1076"/>
          <ac:spMkLst>
            <pc:docMk/>
            <pc:sldMk cId="0" sldId="277"/>
            <ac:spMk id="4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4:27.311" v="85"/>
          <ac:spMkLst>
            <pc:docMk/>
            <pc:sldMk cId="0" sldId="277"/>
            <ac:spMk id="1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8:07.814" v="8" actId="47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8:06.739" v="7" actId="478"/>
          <ac:spMkLst>
            <pc:docMk/>
            <pc:sldMk cId="0" sldId="277"/>
            <ac:spMk id="20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8:58:28.496" v="11" actId="478"/>
          <ac:spMkLst>
            <pc:docMk/>
            <pc:sldMk cId="0" sldId="277"/>
            <ac:spMk id="2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2:16.120" v="59" actId="478"/>
          <ac:spMkLst>
            <pc:docMk/>
            <pc:sldMk cId="0" sldId="277"/>
            <ac:spMk id="23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1:52.036" v="53" actId="20577"/>
          <ac:spMkLst>
            <pc:docMk/>
            <pc:sldMk cId="0" sldId="277"/>
            <ac:spMk id="2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2:13.612" v="58" actId="478"/>
          <ac:spMkLst>
            <pc:docMk/>
            <pc:sldMk cId="0" sldId="277"/>
            <ac:spMk id="25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2:11.825" v="57" actId="478"/>
          <ac:spMkLst>
            <pc:docMk/>
            <pc:sldMk cId="0" sldId="277"/>
            <ac:spMk id="26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1:37.352" v="48" actId="478"/>
          <ac:spMkLst>
            <pc:docMk/>
            <pc:sldMk cId="0" sldId="277"/>
            <ac:spMk id="2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2:08.917" v="56" actId="478"/>
          <ac:spMkLst>
            <pc:docMk/>
            <pc:sldMk cId="0" sldId="277"/>
            <ac:spMk id="28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38.772" v="49" actId="478"/>
          <ac:spMkLst>
            <pc:docMk/>
            <pc:sldMk cId="0" sldId="277"/>
            <ac:spMk id="29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2:05.516" v="55" actId="20577"/>
          <ac:spMkLst>
            <pc:docMk/>
            <pc:sldMk cId="0" sldId="277"/>
            <ac:spMk id="3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41.131" v="50" actId="478"/>
          <ac:spMkLst>
            <pc:docMk/>
            <pc:sldMk cId="0" sldId="277"/>
            <ac:spMk id="31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8:58:19.484" v="9" actId="20577"/>
          <ac:spMkLst>
            <pc:docMk/>
            <pc:sldMk cId="0" sldId="277"/>
            <ac:spMk id="3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42.686" v="51" actId="478"/>
          <ac:spMkLst>
            <pc:docMk/>
            <pc:sldMk cId="0" sldId="277"/>
            <ac:spMk id="3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8:57:57.234" v="6" actId="478"/>
          <ac:spMkLst>
            <pc:docMk/>
            <pc:sldMk cId="0" sldId="277"/>
            <ac:spMk id="3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14.913" v="18" actId="478"/>
          <ac:spMkLst>
            <pc:docMk/>
            <pc:sldMk cId="0" sldId="277"/>
            <ac:spMk id="35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0:08.230" v="17" actId="20577"/>
          <ac:spMkLst>
            <pc:docMk/>
            <pc:sldMk cId="0" sldId="277"/>
            <ac:spMk id="36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1:16.959" v="41" actId="478"/>
          <ac:spMkLst>
            <pc:docMk/>
            <pc:sldMk cId="0" sldId="277"/>
            <ac:spMk id="3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19.788" v="43" actId="478"/>
          <ac:spMkLst>
            <pc:docMk/>
            <pc:sldMk cId="0" sldId="277"/>
            <ac:spMk id="38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0:52.421" v="30" actId="478"/>
          <ac:spMkLst>
            <pc:docMk/>
            <pc:sldMk cId="0" sldId="277"/>
            <ac:spMk id="39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1:18.307" v="42" actId="478"/>
          <ac:spMkLst>
            <pc:docMk/>
            <pc:sldMk cId="0" sldId="277"/>
            <ac:spMk id="4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41.179" v="27" actId="478"/>
          <ac:spMkLst>
            <pc:docMk/>
            <pc:sldMk cId="0" sldId="277"/>
            <ac:spMk id="41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34.891" v="26" actId="478"/>
          <ac:spMkLst>
            <pc:docMk/>
            <pc:sldMk cId="0" sldId="277"/>
            <ac:spMk id="4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52.421" v="30" actId="478"/>
          <ac:spMkLst>
            <pc:docMk/>
            <pc:sldMk cId="0" sldId="277"/>
            <ac:spMk id="4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16.655" v="19" actId="478"/>
          <ac:spMkLst>
            <pc:docMk/>
            <pc:sldMk cId="0" sldId="277"/>
            <ac:spMk id="4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52.421" v="30" actId="478"/>
          <ac:spMkLst>
            <pc:docMk/>
            <pc:sldMk cId="0" sldId="277"/>
            <ac:spMk id="45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1:13.109" v="39" actId="478"/>
          <ac:spMkLst>
            <pc:docMk/>
            <pc:sldMk cId="0" sldId="277"/>
            <ac:spMk id="46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1:28.142" v="46" actId="20577"/>
          <ac:spMkLst>
            <pc:docMk/>
            <pc:sldMk cId="0" sldId="277"/>
            <ac:spMk id="4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0:18.834" v="20" actId="478"/>
          <ac:spMkLst>
            <pc:docMk/>
            <pc:sldMk cId="0" sldId="277"/>
            <ac:spMk id="48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0:56.152" v="32" actId="478"/>
          <ac:spMkLst>
            <pc:docMk/>
            <pc:sldMk cId="0" sldId="277"/>
            <ac:spMk id="49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10.141" v="37" actId="478"/>
          <ac:spMkLst>
            <pc:docMk/>
            <pc:sldMk cId="0" sldId="277"/>
            <ac:spMk id="50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3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4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5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6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7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8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59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61" creationId="{00000000-0000-0000-0000-000000000000}"/>
          </ac:spMkLst>
        </pc:spChg>
        <pc:spChg chg="del mod">
          <ac:chgData name="Jidugu Venu Madhav" userId="08988c2148aef9e1" providerId="LiveId" clId="{18014203-BB55-4485-A029-72972D7DF193}" dt="2026-06-26T09:01:07.988" v="36" actId="478"/>
          <ac:spMkLst>
            <pc:docMk/>
            <pc:sldMk cId="0" sldId="277"/>
            <ac:spMk id="62" creationId="{00000000-0000-0000-0000-000000000000}"/>
          </ac:spMkLst>
        </pc:spChg>
        <pc:spChg chg="del">
          <ac:chgData name="Jidugu Venu Madhav" userId="08988c2148aef9e1" providerId="LiveId" clId="{18014203-BB55-4485-A029-72972D7DF193}" dt="2026-06-26T09:01:05.596" v="34" actId="478"/>
          <ac:spMkLst>
            <pc:docMk/>
            <pc:sldMk cId="0" sldId="277"/>
            <ac:spMk id="63" creationId="{00000000-0000-0000-0000-000000000000}"/>
          </ac:spMkLst>
        </pc:spChg>
        <pc:spChg chg="mod">
          <ac:chgData name="Jidugu Venu Madhav" userId="08988c2148aef9e1" providerId="LiveId" clId="{18014203-BB55-4485-A029-72972D7DF193}" dt="2026-06-26T09:00:59.944" v="33" actId="1076"/>
          <ac:spMkLst>
            <pc:docMk/>
            <pc:sldMk cId="0" sldId="277"/>
            <ac:spMk id="65" creationId="{00000000-0000-0000-0000-000000000000}"/>
          </ac:spMkLst>
        </pc:spChg>
        <pc:spChg chg="add mod">
          <ac:chgData name="Jidugu Venu Madhav" userId="08988c2148aef9e1" providerId="LiveId" clId="{18014203-BB55-4485-A029-72972D7DF193}" dt="2026-06-26T09:17:52.265" v="120"/>
          <ac:spMkLst>
            <pc:docMk/>
            <pc:sldMk cId="0" sldId="277"/>
            <ac:spMk id="67" creationId="{7AF7F8F5-2631-79BF-1339-30DA9B36B789}"/>
          </ac:spMkLst>
        </pc:spChg>
        <pc:spChg chg="add mod">
          <ac:chgData name="Jidugu Venu Madhav" userId="08988c2148aef9e1" providerId="LiveId" clId="{18014203-BB55-4485-A029-72972D7DF193}" dt="2026-06-26T09:18:14.154" v="126"/>
          <ac:spMkLst>
            <pc:docMk/>
            <pc:sldMk cId="0" sldId="277"/>
            <ac:spMk id="69" creationId="{E32D6B8A-62EE-8192-A514-342FF247D224}"/>
          </ac:spMkLst>
        </pc:spChg>
        <pc:spChg chg="add mod">
          <ac:chgData name="Jidugu Venu Madhav" userId="08988c2148aef9e1" providerId="LiveId" clId="{18014203-BB55-4485-A029-72972D7DF193}" dt="2026-06-26T09:03:05.020" v="67" actId="1076"/>
          <ac:spMkLst>
            <pc:docMk/>
            <pc:sldMk cId="0" sldId="277"/>
            <ac:spMk id="71" creationId="{B17F0415-354C-FEE7-68CD-817078D4E6B0}"/>
          </ac:spMkLst>
        </pc:spChg>
        <pc:spChg chg="add mod">
          <ac:chgData name="Jidugu Venu Madhav" userId="08988c2148aef9e1" providerId="LiveId" clId="{18014203-BB55-4485-A029-72972D7DF193}" dt="2026-06-26T09:03:35.678" v="76" actId="20577"/>
          <ac:spMkLst>
            <pc:docMk/>
            <pc:sldMk cId="0" sldId="277"/>
            <ac:spMk id="73" creationId="{74BBE1DB-A9B7-4633-0C84-EF0ED14C86B4}"/>
          </ac:spMkLst>
        </pc:spChg>
        <pc:spChg chg="add mod">
          <ac:chgData name="Jidugu Venu Madhav" userId="08988c2148aef9e1" providerId="LiveId" clId="{18014203-BB55-4485-A029-72972D7DF193}" dt="2026-06-26T09:03:29.318" v="73" actId="20577"/>
          <ac:spMkLst>
            <pc:docMk/>
            <pc:sldMk cId="0" sldId="277"/>
            <ac:spMk id="75" creationId="{C32EEC98-6930-ECF1-6788-90F378E4F672}"/>
          </ac:spMkLst>
        </pc:spChg>
        <pc:spChg chg="add mod">
          <ac:chgData name="Jidugu Venu Madhav" userId="08988c2148aef9e1" providerId="LiveId" clId="{18014203-BB55-4485-A029-72972D7DF193}" dt="2026-06-26T09:05:08.560" v="95" actId="1076"/>
          <ac:spMkLst>
            <pc:docMk/>
            <pc:sldMk cId="0" sldId="277"/>
            <ac:spMk id="83" creationId="{E5D3AD33-DFCD-1162-98E1-B94BE7E2495C}"/>
          </ac:spMkLst>
        </pc:spChg>
        <pc:spChg chg="add mod">
          <ac:chgData name="Jidugu Venu Madhav" userId="08988c2148aef9e1" providerId="LiveId" clId="{18014203-BB55-4485-A029-72972D7DF193}" dt="2026-06-26T09:16:35.684" v="110"/>
          <ac:spMkLst>
            <pc:docMk/>
            <pc:sldMk cId="0" sldId="277"/>
            <ac:spMk id="89" creationId="{0F8DA490-EDCC-1C25-4017-AB8C67B08101}"/>
          </ac:spMkLst>
        </pc:spChg>
        <pc:spChg chg="add">
          <ac:chgData name="Jidugu Venu Madhav" userId="08988c2148aef9e1" providerId="LiveId" clId="{18014203-BB55-4485-A029-72972D7DF193}" dt="2026-06-27T03:33:34.192" v="487" actId="22"/>
          <ac:spMkLst>
            <pc:docMk/>
            <pc:sldMk cId="0" sldId="277"/>
            <ac:spMk id="101" creationId="{45CAD782-8F3B-D0FC-2BA8-CF95DDFDB936}"/>
          </ac:spMkLst>
        </pc:spChg>
        <pc:picChg chg="add mod">
          <ac:chgData name="Jidugu Venu Madhav" userId="08988c2148aef9e1" providerId="LiveId" clId="{18014203-BB55-4485-A029-72972D7DF193}" dt="2026-06-26T09:04:08.922" v="81" actId="1076"/>
          <ac:picMkLst>
            <pc:docMk/>
            <pc:sldMk cId="0" sldId="277"/>
            <ac:picMk id="77" creationId="{A1A12E0E-4B4B-9868-371E-BD59D992F195}"/>
          </ac:picMkLst>
        </pc:picChg>
        <pc:picChg chg="add mod">
          <ac:chgData name="Jidugu Venu Madhav" userId="08988c2148aef9e1" providerId="LiveId" clId="{18014203-BB55-4485-A029-72972D7DF193}" dt="2026-06-26T09:04:22.396" v="84" actId="1076"/>
          <ac:picMkLst>
            <pc:docMk/>
            <pc:sldMk cId="0" sldId="277"/>
            <ac:picMk id="79" creationId="{25082220-2B43-927E-8FDF-28E6AB950B36}"/>
          </ac:picMkLst>
        </pc:picChg>
        <pc:picChg chg="add mod">
          <ac:chgData name="Jidugu Venu Madhav" userId="08988c2148aef9e1" providerId="LiveId" clId="{18014203-BB55-4485-A029-72972D7DF193}" dt="2026-06-26T09:04:42.235" v="88" actId="1076"/>
          <ac:picMkLst>
            <pc:docMk/>
            <pc:sldMk cId="0" sldId="277"/>
            <ac:picMk id="81" creationId="{7FCF55CF-E951-5B51-E471-A2CE100CF0DB}"/>
          </ac:picMkLst>
        </pc:picChg>
        <pc:picChg chg="add mod">
          <ac:chgData name="Jidugu Venu Madhav" userId="08988c2148aef9e1" providerId="LiveId" clId="{18014203-BB55-4485-A029-72972D7DF193}" dt="2026-06-26T09:05:45.736" v="98" actId="1076"/>
          <ac:picMkLst>
            <pc:docMk/>
            <pc:sldMk cId="0" sldId="277"/>
            <ac:picMk id="85" creationId="{B311B293-BB97-7B47-959B-DC71D86DAA15}"/>
          </ac:picMkLst>
        </pc:picChg>
        <pc:picChg chg="add mod">
          <ac:chgData name="Jidugu Venu Madhav" userId="08988c2148aef9e1" providerId="LiveId" clId="{18014203-BB55-4485-A029-72972D7DF193}" dt="2026-06-26T09:16:10.326" v="103" actId="1076"/>
          <ac:picMkLst>
            <pc:docMk/>
            <pc:sldMk cId="0" sldId="277"/>
            <ac:picMk id="87" creationId="{272F052B-84D1-5515-00EC-904FA5BD9126}"/>
          </ac:picMkLst>
        </pc:picChg>
        <pc:picChg chg="add mod">
          <ac:chgData name="Jidugu Venu Madhav" userId="08988c2148aef9e1" providerId="LiveId" clId="{18014203-BB55-4485-A029-72972D7DF193}" dt="2026-06-26T09:16:47.934" v="112" actId="1076"/>
          <ac:picMkLst>
            <pc:docMk/>
            <pc:sldMk cId="0" sldId="277"/>
            <ac:picMk id="91" creationId="{9405308A-171F-2A42-158B-9026F50AC9C5}"/>
          </ac:picMkLst>
        </pc:picChg>
        <pc:picChg chg="add mod">
          <ac:chgData name="Jidugu Venu Madhav" userId="08988c2148aef9e1" providerId="LiveId" clId="{18014203-BB55-4485-A029-72972D7DF193}" dt="2026-06-26T09:17:27.351" v="116" actId="1076"/>
          <ac:picMkLst>
            <pc:docMk/>
            <pc:sldMk cId="0" sldId="277"/>
            <ac:picMk id="93" creationId="{FFE245E5-A1F5-ECF5-E87B-5B254719A884}"/>
          </ac:picMkLst>
        </pc:picChg>
        <pc:picChg chg="add mod">
          <ac:chgData name="Jidugu Venu Madhav" userId="08988c2148aef9e1" providerId="LiveId" clId="{18014203-BB55-4485-A029-72972D7DF193}" dt="2026-06-26T09:17:45.037" v="119" actId="1076"/>
          <ac:picMkLst>
            <pc:docMk/>
            <pc:sldMk cId="0" sldId="277"/>
            <ac:picMk id="95" creationId="{2695CB8E-40EF-2EFD-F5B5-1EE74CC9A93C}"/>
          </ac:picMkLst>
        </pc:picChg>
        <pc:picChg chg="add mod">
          <ac:chgData name="Jidugu Venu Madhav" userId="08988c2148aef9e1" providerId="LiveId" clId="{18014203-BB55-4485-A029-72972D7DF193}" dt="2026-06-26T09:18:02.367" v="122" actId="1076"/>
          <ac:picMkLst>
            <pc:docMk/>
            <pc:sldMk cId="0" sldId="277"/>
            <ac:picMk id="97" creationId="{EBE99E1E-FF94-AC83-1EAC-7A4BBCF512AD}"/>
          </ac:picMkLst>
        </pc:picChg>
        <pc:picChg chg="add mod">
          <ac:chgData name="Jidugu Venu Madhav" userId="08988c2148aef9e1" providerId="LiveId" clId="{18014203-BB55-4485-A029-72972D7DF193}" dt="2026-06-26T09:20:32.688" v="134" actId="1076"/>
          <ac:picMkLst>
            <pc:docMk/>
            <pc:sldMk cId="0" sldId="277"/>
            <ac:picMk id="99" creationId="{4B48CBEA-E6D7-E9C6-778C-E8626056E61F}"/>
          </ac:picMkLst>
        </pc:picChg>
      </pc:sldChg>
      <pc:sldChg chg="addSp modSp add mod">
        <pc:chgData name="Jidugu Venu Madhav" userId="08988c2148aef9e1" providerId="LiveId" clId="{18014203-BB55-4485-A029-72972D7DF193}" dt="2026-06-27T03:31:10.659" v="485" actId="1076"/>
        <pc:sldMkLst>
          <pc:docMk/>
          <pc:sldMk cId="0" sldId="278"/>
        </pc:sldMkLst>
        <pc:spChg chg="add mod">
          <ac:chgData name="Jidugu Venu Madhav" userId="08988c2148aef9e1" providerId="LiveId" clId="{18014203-BB55-4485-A029-72972D7DF193}" dt="2026-06-27T03:31:01.974" v="484" actId="1076"/>
          <ac:spMkLst>
            <pc:docMk/>
            <pc:sldMk cId="0" sldId="278"/>
            <ac:spMk id="3" creationId="{C31545C7-E6C8-66F2-1934-AE768E9112E8}"/>
          </ac:spMkLst>
        </pc:spChg>
        <pc:spChg chg="add mod">
          <ac:chgData name="Jidugu Venu Madhav" userId="08988c2148aef9e1" providerId="LiveId" clId="{18014203-BB55-4485-A029-72972D7DF193}" dt="2026-06-27T03:30:56.416" v="483" actId="1076"/>
          <ac:spMkLst>
            <pc:docMk/>
            <pc:sldMk cId="0" sldId="278"/>
            <ac:spMk id="5" creationId="{C0755837-875A-9C18-D420-F8EC45E02033}"/>
          </ac:spMkLst>
        </pc:spChg>
        <pc:spChg chg="mod">
          <ac:chgData name="Jidugu Venu Madhav" userId="08988c2148aef9e1" providerId="LiveId" clId="{18014203-BB55-4485-A029-72972D7DF193}" dt="2026-06-27T03:31:10.659" v="485" actId="1076"/>
          <ac:spMkLst>
            <pc:docMk/>
            <pc:sldMk cId="0" sldId="278"/>
            <ac:spMk id="99" creationId="{00000000-0000-0000-0000-000000000000}"/>
          </ac:spMkLst>
        </pc:spChg>
        <pc:picChg chg="mod">
          <ac:chgData name="Jidugu Venu Madhav" userId="08988c2148aef9e1" providerId="LiveId" clId="{18014203-BB55-4485-A029-72972D7DF193}" dt="2026-06-27T03:29:56.864" v="478" actId="1076"/>
          <ac:picMkLst>
            <pc:docMk/>
            <pc:sldMk cId="0" sldId="278"/>
            <ac:picMk id="98" creationId="{00000000-0000-0000-0000-000000000000}"/>
          </ac:picMkLst>
        </pc:picChg>
      </pc:sldChg>
      <pc:sldChg chg="addSp delSp modSp add mod">
        <pc:chgData name="Jidugu Venu Madhav" userId="08988c2148aef9e1" providerId="LiveId" clId="{18014203-BB55-4485-A029-72972D7DF193}" dt="2026-06-27T04:01:53.818" v="885" actId="113"/>
        <pc:sldMkLst>
          <pc:docMk/>
          <pc:sldMk cId="3101479385" sldId="279"/>
        </pc:sldMkLst>
        <pc:spChg chg="add mod">
          <ac:chgData name="Jidugu Venu Madhav" userId="08988c2148aef9e1" providerId="LiveId" clId="{18014203-BB55-4485-A029-72972D7DF193}" dt="2026-06-27T04:01:53.818" v="885" actId="113"/>
          <ac:spMkLst>
            <pc:docMk/>
            <pc:sldMk cId="3101479385" sldId="279"/>
            <ac:spMk id="4" creationId="{757D9C3C-8174-EFDB-D136-BE6489AB3E81}"/>
          </ac:spMkLst>
        </pc:spChg>
        <pc:spChg chg="mod">
          <ac:chgData name="Jidugu Venu Madhav" userId="08988c2148aef9e1" providerId="LiveId" clId="{18014203-BB55-4485-A029-72972D7DF193}" dt="2026-06-27T04:01:42.915" v="883" actId="255"/>
          <ac:spMkLst>
            <pc:docMk/>
            <pc:sldMk cId="3101479385" sldId="279"/>
            <ac:spMk id="7" creationId="{098D942B-035F-98A8-7725-697690A0C1D3}"/>
          </ac:spMkLst>
        </pc:spChg>
        <pc:spChg chg="del mod">
          <ac:chgData name="Jidugu Venu Madhav" userId="08988c2148aef9e1" providerId="LiveId" clId="{18014203-BB55-4485-A029-72972D7DF193}" dt="2026-06-27T03:45:52.792" v="736"/>
          <ac:spMkLst>
            <pc:docMk/>
            <pc:sldMk cId="3101479385" sldId="279"/>
            <ac:spMk id="9" creationId="{5BFF0E20-0257-DD9E-60E6-7C0599EA1396}"/>
          </ac:spMkLst>
        </pc:spChg>
      </pc:sldChg>
      <pc:sldChg chg="modSp add del mod">
        <pc:chgData name="Jidugu Venu Madhav" userId="08988c2148aef9e1" providerId="LiveId" clId="{18014203-BB55-4485-A029-72972D7DF193}" dt="2026-06-27T06:20:30.893" v="1044" actId="14100"/>
        <pc:sldMkLst>
          <pc:docMk/>
          <pc:sldMk cId="0" sldId="280"/>
        </pc:sldMkLst>
        <pc:spChg chg="mod">
          <ac:chgData name="Jidugu Venu Madhav" userId="08988c2148aef9e1" providerId="LiveId" clId="{18014203-BB55-4485-A029-72972D7DF193}" dt="2026-06-27T06:20:30.893" v="1044" actId="14100"/>
          <ac:spMkLst>
            <pc:docMk/>
            <pc:sldMk cId="0" sldId="280"/>
            <ac:spMk id="2" creationId="{00000000-0000-0000-0000-000000000000}"/>
          </ac:spMkLst>
        </pc:spChg>
      </pc:sldChg>
      <pc:sldChg chg="addSp new del mod">
        <pc:chgData name="Jidugu Venu Madhav" userId="08988c2148aef9e1" providerId="LiveId" clId="{18014203-BB55-4485-A029-72972D7DF193}" dt="2026-06-27T06:21:20.252" v="1048" actId="2696"/>
        <pc:sldMkLst>
          <pc:docMk/>
          <pc:sldMk cId="2617372349" sldId="281"/>
        </pc:sldMkLst>
        <pc:spChg chg="add">
          <ac:chgData name="Jidugu Venu Madhav" userId="08988c2148aef9e1" providerId="LiveId" clId="{18014203-BB55-4485-A029-72972D7DF193}" dt="2026-06-27T06:21:09.077" v="1047" actId="22"/>
          <ac:spMkLst>
            <pc:docMk/>
            <pc:sldMk cId="2617372349" sldId="281"/>
            <ac:spMk id="3" creationId="{1D9EC06B-2B80-08A5-4860-D200E0150A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70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0674" y="4638738"/>
            <a:ext cx="2419048" cy="50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498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10674" y="4638738"/>
            <a:ext cx="2419048" cy="504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2545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0674" y="4638738"/>
            <a:ext cx="2419047" cy="46666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9888" y="1388062"/>
            <a:ext cx="3349232" cy="21257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C000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60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urav-kumar-55743140b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enuMadhav-IN18/" TargetMode="External"/><Relationship Id="rId2" Type="http://schemas.openxmlformats.org/officeDocument/2006/relationships/hyperlink" Target="https://www.linkedin.com/in/venu-madhav-jidugu-8b7370282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balakishanpenthala" TargetMode="External"/><Relationship Id="rId4" Type="http://schemas.openxmlformats.org/officeDocument/2006/relationships/hyperlink" Target="https://www.linkedin.com/mynetwork/grow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1890"/>
            <a:ext cx="9143111" cy="50205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332186" y="2322634"/>
            <a:ext cx="6834352" cy="108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6600" b="1" dirty="0">
                <a:solidFill>
                  <a:srgbClr val="0070C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Grocery Store</a:t>
            </a:r>
            <a:endParaRPr lang="en-US" sz="6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45C7-E6C8-66F2-1934-AE768E9112E8}"/>
              </a:ext>
            </a:extLst>
          </p:cNvPr>
          <p:cNvSpPr txBox="1"/>
          <p:nvPr/>
        </p:nvSpPr>
        <p:spPr>
          <a:xfrm>
            <a:off x="2581603" y="3274254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400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C0755837-875A-9C18-D420-F8EC45E02033}"/>
              </a:ext>
            </a:extLst>
          </p:cNvPr>
          <p:cNvSpPr/>
          <p:nvPr/>
        </p:nvSpPr>
        <p:spPr>
          <a:xfrm>
            <a:off x="3652082" y="4085457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Grocery Domain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80533" y="1342317"/>
            <a:ext cx="8034867" cy="325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 </a:t>
            </a:r>
            <a:r>
              <a:rPr lang="en-IN" sz="1500" b="1" dirty="0"/>
              <a:t>Name:</a:t>
            </a:r>
            <a:r>
              <a:rPr lang="en-IN" sz="1500" dirty="0"/>
              <a:t> Saurav </a:t>
            </a:r>
            <a:r>
              <a:rPr lang="en-IN" sz="1500" dirty="0" err="1"/>
              <a:t>kumar</a:t>
            </a:r>
            <a:endParaRPr lang="en-IN" sz="1500" dirty="0"/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Qualification</a:t>
            </a:r>
            <a:r>
              <a:rPr lang="en-IN" sz="1500" dirty="0"/>
              <a:t>: </a:t>
            </a:r>
            <a:r>
              <a:rPr lang="en-IN" sz="1500" dirty="0" err="1"/>
              <a:t>Bsc</a:t>
            </a:r>
            <a:r>
              <a:rPr lang="en-IN" sz="1500" dirty="0"/>
              <a:t> chemistry (hons) 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 </a:t>
            </a:r>
            <a:r>
              <a:rPr lang="en-IN" sz="1500" b="1" dirty="0"/>
              <a:t>Institution: </a:t>
            </a:r>
            <a:r>
              <a:rPr lang="en-IN" sz="1500" dirty="0"/>
              <a:t>Patliputra University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 </a:t>
            </a:r>
            <a:r>
              <a:rPr lang="en-IN" sz="1500" b="1" dirty="0"/>
              <a:t>Core Interests: </a:t>
            </a:r>
            <a:r>
              <a:rPr lang="en-IN" sz="1500" dirty="0"/>
              <a:t>I am interested in Data science because I enjoy to solve real world business problem using Data </a:t>
            </a:r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 </a:t>
            </a:r>
            <a:r>
              <a:rPr lang="en-IN" sz="1500" b="1" dirty="0"/>
              <a:t>Career Objective: </a:t>
            </a:r>
            <a:r>
              <a:rPr lang="en-IN" sz="1500" dirty="0"/>
              <a:t>To secure a position as a Software Developer where I can utilize my programming skills, problem-solving abilities, and passion for technology to develop innovative software solutions.</a:t>
            </a:r>
            <a:endParaRPr lang="en-IN" sz="1500" b="1" dirty="0"/>
          </a:p>
          <a:p>
            <a:pPr marL="257175" indent="-2571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Linked In: </a:t>
            </a:r>
            <a:r>
              <a:rPr lang="en-IN" dirty="0">
                <a:hlinkClick r:id="rId3" tooltip="https://www.linkedin.com/in/saurav-kumar-55743140b/"/>
              </a:rPr>
              <a:t>https://www.linkedin.com/in/saurav-kumar-55743140b/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20742" y="312416"/>
            <a:ext cx="4574700" cy="955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4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Team:</a:t>
            </a:r>
          </a:p>
          <a:p>
            <a:pPr>
              <a:lnSpc>
                <a:spcPct val="80000"/>
              </a:lnSpc>
              <a:buClr>
                <a:srgbClr val="FF0000"/>
              </a:buClr>
              <a:buSzPts val="3200"/>
            </a:pPr>
            <a:endParaRPr lang="en-IN" sz="2400" dirty="0">
              <a:solidFill>
                <a:srgbClr val="FF0000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marL="342900" indent="-342900">
              <a:lnSpc>
                <a:spcPct val="80000"/>
              </a:lnSpc>
              <a:buClr>
                <a:srgbClr val="FF0000"/>
              </a:buClr>
              <a:buSzPts val="3200"/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Team leader:</a:t>
            </a:r>
            <a:endParaRPr sz="135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E705C-2EDE-C060-2369-090C726FA175}"/>
              </a:ext>
            </a:extLst>
          </p:cNvPr>
          <p:cNvSpPr txBox="1"/>
          <p:nvPr/>
        </p:nvSpPr>
        <p:spPr>
          <a:xfrm>
            <a:off x="339755" y="427838"/>
            <a:ext cx="6516673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80000"/>
              </a:lnSpc>
              <a:buClr>
                <a:srgbClr val="FF0000"/>
              </a:buClr>
              <a:buSzPts val="3200"/>
              <a:buFont typeface="Wingdings" panose="05000000000000000000" pitchFamily="2" charset="2"/>
              <a:buChar char="Ø"/>
            </a:pPr>
            <a:r>
              <a:rPr lang="en-IN" sz="105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Team Members</a:t>
            </a:r>
            <a:r>
              <a:rPr lang="en-IN" sz="105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endParaRPr lang="en-IN" sz="75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D942B-035F-98A8-7725-697690A0C1D3}"/>
              </a:ext>
            </a:extLst>
          </p:cNvPr>
          <p:cNvSpPr txBox="1"/>
          <p:nvPr/>
        </p:nvSpPr>
        <p:spPr>
          <a:xfrm>
            <a:off x="563111" y="741770"/>
            <a:ext cx="798179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Name : </a:t>
            </a:r>
            <a:r>
              <a:rPr lang="en-IN" sz="1600" dirty="0"/>
              <a:t>Venu Madhav Jidugu</a:t>
            </a:r>
          </a:p>
          <a:p>
            <a:r>
              <a:rPr lang="en-IN" sz="1600" b="1" dirty="0"/>
              <a:t>Background: </a:t>
            </a:r>
            <a:r>
              <a:rPr lang="en-IN" sz="1600" dirty="0" err="1"/>
              <a:t>B.Tech</a:t>
            </a:r>
            <a:endParaRPr lang="en-IN" sz="1600" dirty="0"/>
          </a:p>
          <a:p>
            <a:r>
              <a:rPr lang="en-IN" sz="1600" b="1" dirty="0"/>
              <a:t>Why do you want to learn Data Science?</a:t>
            </a:r>
            <a:br>
              <a:rPr lang="en-IN" sz="1600" dirty="0"/>
            </a:br>
            <a:r>
              <a:rPr lang="en-IN" sz="1600" dirty="0"/>
              <a:t>I want to learn Data Science because I enjoy solving real-world problems using data. </a:t>
            </a:r>
          </a:p>
          <a:p>
            <a:r>
              <a:rPr lang="en-IN" sz="1600" b="1" dirty="0"/>
              <a:t>Work Experience: </a:t>
            </a:r>
            <a:r>
              <a:rPr lang="en-IN" sz="1600" dirty="0"/>
              <a:t>I am a fresher and do not have any professional work experience yet. </a:t>
            </a:r>
          </a:p>
          <a:p>
            <a:r>
              <a:rPr lang="en-IN" sz="1600" b="1" dirty="0"/>
              <a:t>LinkedIn</a:t>
            </a:r>
            <a:r>
              <a:rPr lang="en-IN" sz="1600" dirty="0"/>
              <a:t>: </a:t>
            </a:r>
            <a:r>
              <a:rPr lang="en-IN" sz="1600" b="1" dirty="0">
                <a:hlinkClick r:id="rId2"/>
              </a:rPr>
              <a:t>Link</a:t>
            </a:r>
            <a:endParaRPr lang="en-IN" sz="1600" b="1" dirty="0"/>
          </a:p>
          <a:p>
            <a:r>
              <a:rPr lang="en-IN" sz="1600" b="1" dirty="0"/>
              <a:t>GitHub: </a:t>
            </a:r>
            <a:r>
              <a:rPr lang="en-IN" sz="1600" b="1" dirty="0">
                <a:hlinkClick r:id="rId3"/>
              </a:rPr>
              <a:t>Link</a:t>
            </a:r>
            <a:endParaRPr lang="en-IN" sz="1600" b="1" dirty="0"/>
          </a:p>
          <a:p>
            <a:endParaRPr lang="en-U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9C3C-8174-EFDB-D136-BE6489AB3E81}"/>
              </a:ext>
            </a:extLst>
          </p:cNvPr>
          <p:cNvSpPr txBox="1"/>
          <p:nvPr/>
        </p:nvSpPr>
        <p:spPr>
          <a:xfrm>
            <a:off x="563111" y="3053669"/>
            <a:ext cx="81691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Name : </a:t>
            </a:r>
            <a:r>
              <a:rPr lang="en-IN" sz="1600" dirty="0"/>
              <a:t>Bala Kishan </a:t>
            </a:r>
          </a:p>
          <a:p>
            <a:r>
              <a:rPr lang="en-IN" sz="1600" b="1" dirty="0"/>
              <a:t>Background: </a:t>
            </a:r>
            <a:r>
              <a:rPr lang="en-US" sz="1600" dirty="0"/>
              <a:t>Masters in Business Administration</a:t>
            </a:r>
          </a:p>
          <a:p>
            <a:r>
              <a:rPr lang="en-US" sz="1600" b="1" dirty="0"/>
              <a:t>WHY DS</a:t>
            </a:r>
            <a:r>
              <a:rPr lang="en-US" sz="1600" dirty="0"/>
              <a:t>:- Because  I like to work with Data</a:t>
            </a:r>
          </a:p>
          <a:p>
            <a:r>
              <a:rPr lang="en-IN" sz="1600" b="1" dirty="0"/>
              <a:t>Work Experience: </a:t>
            </a:r>
            <a:r>
              <a:rPr lang="en-IN" sz="1600" dirty="0"/>
              <a:t>I am a fresher and do not have any professional work experience yet. </a:t>
            </a:r>
          </a:p>
          <a:p>
            <a:r>
              <a:rPr lang="en-IN" sz="1600" b="1" dirty="0"/>
              <a:t>LinkedIn</a:t>
            </a:r>
            <a:r>
              <a:rPr lang="en-IN" sz="1600" dirty="0"/>
              <a:t>: </a:t>
            </a:r>
            <a:r>
              <a:rPr lang="en-IN" sz="1600" b="1" dirty="0">
                <a:hlinkClick r:id="rId4"/>
              </a:rPr>
              <a:t>Link</a:t>
            </a:r>
            <a:endParaRPr lang="en-IN" sz="1600" b="1" dirty="0"/>
          </a:p>
          <a:p>
            <a:r>
              <a:rPr lang="en-IN" sz="1600" b="1" dirty="0"/>
              <a:t>GitHub: </a:t>
            </a:r>
            <a:r>
              <a:rPr lang="en-IN" sz="1600" b="1" dirty="0">
                <a:hlinkClick r:id="rId5"/>
              </a:rPr>
              <a:t>Link</a:t>
            </a:r>
            <a:endParaRPr lang="en-US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47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Flow &amp; 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7472" y="134416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5819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scope of the Grocery Store SQL analysis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82312" y="134416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76088" y="13075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6088" y="158191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relational database: ER diagram &amp; table relationships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7472" y="22402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203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4780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customers, top buyers, purchase behavior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82312" y="22402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82312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76088" y="22037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76088" y="24780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volume, revenue by product, category &amp; supplier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26664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7472" y="3136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747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099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3741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weekday vs weekend order patterns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26664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82312" y="313639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82312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76088" y="30998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Employee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76088" y="33741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suppliers by revenue; employee performance metrics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922776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47472" y="403250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7472" y="4032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41248" y="39959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Deep Dive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" y="4270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pricing, quantity patterns, item-level insights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922776"/>
            <a:ext cx="4251960" cy="749808"/>
          </a:xfrm>
          <a:prstGeom prst="roundRect">
            <a:avLst>
              <a:gd name="adj" fmla="val 1219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82312" y="403250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82312" y="4032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76088" y="39959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76088" y="42702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findings, challenges, and open questions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relational database for a grocery store with 7 interrelated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11247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1848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queries to retrieve and manipulate data across entities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62072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3090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top customers, best-selling products, and revenue trends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62072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3090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Mastery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84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joins, aggregations, subqueries, and date-based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097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7 Interrelated Tables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60120"/>
            <a:ext cx="59436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781812"/>
            <a:ext cx="2743200" cy="38404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26364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44475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46520" y="14447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→ products (1:M)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0" y="194767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46520" y="19476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→ products (1:M)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0" y="245059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46520" y="2450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→ order_details (1:M)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295351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46520" y="295351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→ order_details (1:M)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0" y="345643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46520" y="34564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→ orders (1:M)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3959352"/>
            <a:ext cx="24688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46520" y="3959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→ orders (1:M)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7002" y="172756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many unique customers have placed orders?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053" y="1545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002" y="1106905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40536" y="14318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4836" y="2740638"/>
            <a:ext cx="3429000" cy="1848558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00745" y="274063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6276" y="2990569"/>
            <a:ext cx="32461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156 unique customers have placed at least one order. This is a healthy customer base indicating good market reach. Focus on retaining these customers with loyalty programs to increase lifetime value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C9EF21-64EE-2D6E-9AB9-68A02A684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24" y="1687908"/>
            <a:ext cx="1931431" cy="7032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35FF221-CB0D-1963-2814-A5431AB6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15" y="1820137"/>
            <a:ext cx="3645087" cy="520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2E05C8-098A-F7AD-8188-5006D84B34D9}"/>
              </a:ext>
            </a:extLst>
          </p:cNvPr>
          <p:cNvSpPr txBox="1"/>
          <p:nvPr/>
        </p:nvSpPr>
        <p:spPr>
          <a:xfrm>
            <a:off x="417053" y="3130786"/>
            <a:ext cx="413860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6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COUNT(DISTINCT </a:t>
            </a:r>
            <a:r>
              <a:rPr lang="en-US" sz="16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cust_id</a:t>
            </a:r>
            <a:r>
              <a:rPr lang="en-US" sz="16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counts only unique customer IDs — customers with multiple orders are counted once. FROM orders scans the entire orders table, making this a single-table, single-pass query.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10639" y="17228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Who are the top 5 customers by total purchase amount?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26380" y="1362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8385" y="2825194"/>
            <a:ext cx="3429000" cy="1649073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08028" y="2825194"/>
            <a:ext cx="3761652" cy="350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64331" y="3074395"/>
            <a:ext cx="3365939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Chetan Naidu leads with ₹11,257 in total spend. The top 5 customers together account for significant revenue. These VIP customers deserve priority service, exclusive offers and loyalty rewards to ensure retention.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C71542-B49B-8F5A-3F48-B0AF5F7AA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66" y="1611657"/>
            <a:ext cx="2922927" cy="12135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BED96CB-26DC-69D8-63D3-FCA62A7E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262" y="1508590"/>
            <a:ext cx="3367805" cy="15575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C1D6F4-6760-A617-D110-F5F374573FCA}"/>
              </a:ext>
            </a:extLst>
          </p:cNvPr>
          <p:cNvSpPr txBox="1"/>
          <p:nvPr/>
        </p:nvSpPr>
        <p:spPr>
          <a:xfrm>
            <a:off x="365760" y="3313355"/>
            <a:ext cx="4416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Three-table JOIN links customers to orders to </a:t>
            </a:r>
            <a:r>
              <a:rPr lang="en-US" sz="14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SUM(</a:t>
            </a:r>
            <a:r>
              <a:rPr lang="en-US" sz="14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totals each customer spend. GROUP BY collapses rows per customer, and ORDER BY DESC LIMIT 5 picks the top spenders.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6916" y="180594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products have the highest total sales volume (by quantity)?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66765" y="1316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43284" y="3049524"/>
            <a:ext cx="3817836" cy="1490472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045249" y="300837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94267" y="3337887"/>
            <a:ext cx="391587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Bath Soap dominates with 60 units sold — highest in the store. Personal Care items (Bath Soap, Hand Sanitizer, Dishwashing Soap) occupy the top 3 spots, indicating strong daily-use demand. Stock prioritization is critical for these SKUs.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560CFA-CEB6-2A01-1905-54F6F1177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308" y="1572768"/>
            <a:ext cx="1509319" cy="1407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103835-F16B-3327-2F05-F5F9C480E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99" y="1565575"/>
            <a:ext cx="3168813" cy="1568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604211-B1F9-1C3D-C6E8-B70564774B46}"/>
              </a:ext>
            </a:extLst>
          </p:cNvPr>
          <p:cNvSpPr txBox="1"/>
          <p:nvPr/>
        </p:nvSpPr>
        <p:spPr>
          <a:xfrm>
            <a:off x="274320" y="3369451"/>
            <a:ext cx="42840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6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6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connects products to </a:t>
            </a:r>
            <a:r>
              <a:rPr lang="en-US" sz="16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16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 </a:t>
            </a:r>
            <a:r>
              <a:rPr lang="en-US" sz="16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prod_id</a:t>
            </a:r>
            <a:r>
              <a:rPr lang="en-US" sz="16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SUM(quantity) per product name ranks items by units sold. ORDER BY DESC with LIMIT 10 keeps output focused on best-sellers only.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6146" y="191029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is the total revenue generated by each product?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3304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6634" y="3717293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i="1" dirty="0"/>
          </a:p>
        </p:txBody>
      </p:sp>
      <p:sp>
        <p:nvSpPr>
          <p:cNvPr id="14" name="Shape 12"/>
          <p:cNvSpPr/>
          <p:nvPr/>
        </p:nvSpPr>
        <p:spPr>
          <a:xfrm>
            <a:off x="4646333" y="3029038"/>
            <a:ext cx="4271341" cy="1490472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05397" y="3079330"/>
            <a:ext cx="3429000" cy="290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Insight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46333" y="3356105"/>
            <a:ext cx="42713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Hand Sanitizer generates the highest revenue at ₹27,788 — nearly 32% more than the second product (Biscuits). Despite Bath Soap having higher unit sales, Hand Sanitizer wins on revenue due to a higher price point. Pricing strategy matters greatly.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F73FCD-4400-DEFC-E09D-58504C833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51" y="1558856"/>
            <a:ext cx="1171599" cy="14076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7044E6-4960-5168-B6C0-46E86576E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34" y="1575155"/>
            <a:ext cx="3370074" cy="1627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0A0086-9725-5813-DB81-50D61FD0237F}"/>
              </a:ext>
            </a:extLst>
          </p:cNvPr>
          <p:cNvSpPr txBox="1"/>
          <p:nvPr/>
        </p:nvSpPr>
        <p:spPr>
          <a:xfrm>
            <a:off x="274320" y="3481399"/>
            <a:ext cx="4001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6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</a:t>
            </a:r>
            <a:r>
              <a:rPr lang="en-US" sz="14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per product computes revenue — a pricier product can outrank a high-volume cheap one. This reveals where real revenue comes from, not just what sells in quantity.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2.3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179541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do product sales vary by category and supplier?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72527" y="126805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439499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6055" y="3078996"/>
            <a:ext cx="4066465" cy="1490472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4217276" y="3073395"/>
            <a:ext cx="4426678" cy="286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35062" y="3389256"/>
            <a:ext cx="400889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Supplier Aarya dominates across 3 of the top 5 category-supplier combos, contributing heavily to Personal Care, Grains &amp; Snacks. This dependency is a supply chain risk — diversifying procurement is recommended.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278AFA3-D394-C6F6-3417-D5670BB1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170" y="1504320"/>
            <a:ext cx="1991517" cy="14590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098A6AF-08A9-A395-0D0B-F8DA97FF9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530266"/>
            <a:ext cx="4616687" cy="1543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D8C012-0F52-D5C9-3704-8B4DC0163462}"/>
              </a:ext>
            </a:extLst>
          </p:cNvPr>
          <p:cNvSpPr txBox="1"/>
          <p:nvPr/>
        </p:nvSpPr>
        <p:spPr>
          <a:xfrm>
            <a:off x="268264" y="3482039"/>
            <a:ext cx="37755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4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Four-table JOIN: </a:t>
            </a:r>
            <a:r>
              <a:rPr lang="en-US" sz="1400" b="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products to categories to supplier. GROUP BY two columns (category + supplier) reveals which supplier-category pairs drive the highest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209813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are the monthly trends in order volume and revenue?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50505" y="13314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22804" y="3036298"/>
            <a:ext cx="3429000" cy="1562718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444067" y="2955398"/>
            <a:ext cx="3429000" cy="413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4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13575" y="3286544"/>
            <a:ext cx="3415130" cy="126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January 2022 is the peak month with 30 orders &amp; ₹70,312 revenue. April is the lowest with only 11 orders. This clear seasonality suggests the store should ramp up inventory &amp; promotions heading into Q1 each year.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4818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A6253B7-D9E5-71FD-EBDB-95E7AE4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815" y="1523632"/>
            <a:ext cx="1500922" cy="13605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485885-6AC1-AFA6-9A25-1C0022D8C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11" y="1541935"/>
            <a:ext cx="3942889" cy="18711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682FC0-E88E-B183-91FB-9808B7296C91}"/>
              </a:ext>
            </a:extLst>
          </p:cNvPr>
          <p:cNvSpPr txBox="1"/>
          <p:nvPr/>
        </p:nvSpPr>
        <p:spPr>
          <a:xfrm>
            <a:off x="305623" y="3649337"/>
            <a:ext cx="412268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rtl="0" eaLnBrk="1" latinLnBrk="0" hangingPunct="1">
              <a:buNone/>
            </a:pPr>
            <a:r>
              <a:rPr lang="en-US" sz="1400" b="1" u="sng" kern="12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  <a:endParaRPr lang="en-IN" sz="140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1" latinLnBrk="0" hangingPunct="1">
              <a:buNone/>
            </a:pP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STR_TO_DATE() converts the VARCHAR </a:t>
            </a:r>
            <a:r>
              <a:rPr lang="en-US" sz="1400" b="0" kern="120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ord_date</a:t>
            </a: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 real date. DATE_FORMAT extracts YYYY-MM. COUNT and SUM then aggregate per month, exposing clear seasonal trends over time.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46304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Trends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do order patterns vary across weekdays and weekends?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20518"/>
            <a:ext cx="83210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0021" y="149184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-581747" y="3538558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12086" y="2869973"/>
            <a:ext cx="3799658" cy="1749118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70021" y="2978331"/>
            <a:ext cx="3799659" cy="316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04840" y="3252525"/>
            <a:ext cx="3527679" cy="1122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Weekdays see 2.5x more orders than weekends (183 vs 73) and 2.4x more revenue. This suggests the store serves a working-population base who shop during the week. Consider mid-week promotions to maximize this pattern.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E628E-9CDB-9732-9ECF-99DA7C3A4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76565"/>
            <a:ext cx="3871577" cy="8647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357C18B-B554-821E-E4E0-AACB6248E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39" y="1471007"/>
            <a:ext cx="4018534" cy="19886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81D1C07-AB18-DD7A-39F9-E703F688289A}"/>
              </a:ext>
            </a:extLst>
          </p:cNvPr>
          <p:cNvSpPr txBox="1"/>
          <p:nvPr/>
        </p:nvSpPr>
        <p:spPr>
          <a:xfrm>
            <a:off x="274320" y="3480515"/>
            <a:ext cx="3806899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rtl="0" eaLnBrk="1" latinLnBrk="0" hangingPunct="1">
              <a:lnSpc>
                <a:spcPct val="150000"/>
              </a:lnSpc>
              <a:buNone/>
            </a:pPr>
            <a:r>
              <a:rPr lang="en-US" sz="1400" b="1" u="sng" kern="12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  <a:endParaRPr lang="en-IN" sz="140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1" latinLnBrk="0" hangingPunct="1">
              <a:buNone/>
            </a:pP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WHEN with DAYOFWEEK() classifies orders as Weekday or Weekend (days 1=Sun, 7=Sat). GROUP BY </a:t>
            </a:r>
            <a:r>
              <a:rPr lang="en-US" sz="1400" b="0" kern="120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day_type</a:t>
            </a: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then aggregates both order count and revenue for easy side-by-side comparison.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1460" y="123117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Contribution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supplier provides the most products?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13804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2762040"/>
            <a:ext cx="3429000" cy="1820838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40680" y="2762040"/>
            <a:ext cx="3429000" cy="313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3075944"/>
            <a:ext cx="3246120" cy="1651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Supplier "Aarya" alone provides 18 products — the largest share of the catalog. This single-source dependency creates procurement risk. If Aarya faces supply disruption, a large portion of product range would be affected. Diversification is recommended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165A8A-2A53-4543-8738-A74A53D10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92224"/>
            <a:ext cx="3365722" cy="8140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5AB65F-5862-9BF2-DBDB-1CB56D17B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41" y="1608857"/>
            <a:ext cx="3416476" cy="137802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CDB5B0-79BB-6C7B-7A8C-6B3FFFB47673}"/>
              </a:ext>
            </a:extLst>
          </p:cNvPr>
          <p:cNvSpPr txBox="1"/>
          <p:nvPr/>
        </p:nvSpPr>
        <p:spPr>
          <a:xfrm>
            <a:off x="320040" y="3392424"/>
            <a:ext cx="402629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400" b="1" u="sng" kern="12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  <a:endParaRPr lang="en-IN" sz="140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1" latinLnBrk="0" hangingPunct="1">
              <a:buNone/>
            </a:pP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 supplier to products, then COUNT(</a:t>
            </a:r>
            <a:r>
              <a:rPr lang="en-US" sz="1400" b="0" kern="120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prod_id</a:t>
            </a: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grouped by supplier name reveals catalog breadth per supplier. ORDER BY DESC immediately highlights who dominates the product range.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4.2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6459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Contribution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supplier contributes the most to total product sales?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7240" y="1286111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4287" y="2865265"/>
            <a:ext cx="3429000" cy="1760292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40680" y="2922911"/>
            <a:ext cx="3429000" cy="350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Insight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32120" y="3316079"/>
            <a:ext cx="3246120" cy="14113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Aarya generates an impressive ₹2,21,138 in total revenue — the single highest-contributing supplier. This confirms Aarya as the most strategically vital partner. Contract renewals and volume discounts should be prioritized with this supplier.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88F1E3E-F59B-0089-35E3-3E0E3F69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073" y="1781677"/>
            <a:ext cx="3376214" cy="8440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F2E906-ED5D-AC91-0E17-BC94EB824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04" y="1591056"/>
            <a:ext cx="4382463" cy="14490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EE624F5-EE8F-3C2B-3CE2-E6FC5D73EF57}"/>
              </a:ext>
            </a:extLst>
          </p:cNvPr>
          <p:cNvSpPr txBox="1"/>
          <p:nvPr/>
        </p:nvSpPr>
        <p:spPr>
          <a:xfrm>
            <a:off x="320040" y="3348143"/>
            <a:ext cx="39953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algn="just"/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Three-table JOIN (supplier to products to </a:t>
            </a:r>
            <a:r>
              <a:rPr lang="en-US" sz="14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order_details</a:t>
            </a: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traces every sale back to its originating supplier. SUM(</a:t>
            </a:r>
            <a:r>
              <a:rPr lang="en-US" sz="1400" dirty="0" err="1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total_price</a:t>
            </a: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then ranks suppliers by total cumulative revenue contribution.</a:t>
            </a:r>
          </a:p>
          <a:p>
            <a:pPr marL="0" indent="0" algn="l" rtl="0" eaLnBrk="1" latinLnBrk="0" hangingPunct="1">
              <a:buNone/>
            </a:pPr>
            <a:endParaRPr lang="en-IN" dirty="0"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12115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Which employees have handled the most orders?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40189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29645" y="140654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24248" y="2457450"/>
            <a:ext cx="3976852" cy="2008944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166360" y="2587401"/>
            <a:ext cx="3429000" cy="366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8841" y="2992149"/>
            <a:ext cx="3884215" cy="151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Diya Sharma leads with 38 orders processed, closely followed by Aditya Singh (37). The top performers handle ~25% more orders than the average. This data enables fair performance reviews and optimal workload distribution across the team.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D88889-A35B-956E-0C54-E25C13AA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5" y="1682496"/>
            <a:ext cx="3010055" cy="11303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651627-845C-2C2A-AC3C-40547D33F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356" y="1721011"/>
            <a:ext cx="1511378" cy="42547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C0C0F3-C02C-CA5E-DA78-FD5E7B225706}"/>
              </a:ext>
            </a:extLst>
          </p:cNvPr>
          <p:cNvSpPr txBox="1"/>
          <p:nvPr/>
        </p:nvSpPr>
        <p:spPr>
          <a:xfrm>
            <a:off x="228600" y="2983517"/>
            <a:ext cx="3429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rtl="0" eaLnBrk="1" latinLnBrk="0" hangingPunct="1">
              <a:buNone/>
            </a:pPr>
            <a:r>
              <a:rPr lang="en-US" sz="1400" b="1" u="sng" kern="1200" dirty="0">
                <a:solidFill>
                  <a:srgbClr val="CC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  <a:endParaRPr lang="en-IN" sz="140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0" eaLnBrk="1" latinLnBrk="0" hangingPunct="1">
              <a:buNone/>
            </a:pP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 employees to orders via </a:t>
            </a:r>
            <a:r>
              <a:rPr lang="en-US" sz="1400" b="0" kern="120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then COUNT(</a:t>
            </a:r>
            <a:r>
              <a:rPr lang="en-US" sz="1400" b="0" kern="120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ord_id</a:t>
            </a:r>
            <a:r>
              <a:rPr lang="en-US" sz="1400" b="0" kern="120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grouped by employee name. ORDER BY DESC places the hardest-working employees at the top for easy HR performance review.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64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6.1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155448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Deep Dive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60350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60350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is the average quantity ordered per product?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2252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8321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301157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66160"/>
            <a:ext cx="47548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3322214"/>
            <a:ext cx="3429000" cy="1357239"/>
          </a:xfrm>
          <a:prstGeom prst="roundRect">
            <a:avLst>
              <a:gd name="adj" fmla="val 4908"/>
            </a:avLst>
          </a:prstGeom>
          <a:solidFill>
            <a:srgbClr val="FFF0F0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074920" y="32797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3561202"/>
            <a:ext cx="32461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 Seeds (3.46) and Moong Dal (3.40) are ordered in the highest average quantities — these are pantry staples bought in bulk. Soybean Oil has the lowest avg (1.64). Bulk discount pricing on staples like Moong Dal could drive volume growth.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3C6581B-9A97-93A7-646D-C02396FE1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3" y="1511245"/>
            <a:ext cx="1737358" cy="16771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9DF80B-C44F-3E2C-B894-ED1C6D018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85" y="1751522"/>
            <a:ext cx="4991357" cy="971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4E412F-6519-0E8D-D05D-7B27C510BBE3}"/>
              </a:ext>
            </a:extLst>
          </p:cNvPr>
          <p:cNvSpPr txBox="1"/>
          <p:nvPr/>
        </p:nvSpPr>
        <p:spPr>
          <a:xfrm>
            <a:off x="320040" y="3246300"/>
            <a:ext cx="4251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400" b="1" u="sng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 How This Query Works :</a:t>
            </a:r>
          </a:p>
          <a:p>
            <a:pPr marL="0" indent="0" algn="just">
              <a:buNone/>
            </a:pPr>
            <a:r>
              <a:rPr lang="en-US" sz="1400" b="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AVG(quantity) computes mean units per order line, grouped by product. ROUND to 2 decimals cleans output. High averages signal bulk-buy staples; low averages indicate single-unit purchases.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top customers drives disproportionate revenue — VIP programs can amplify this.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6093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products dominate sales volume; maintaining their stock levels is mission-critical.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514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Trends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437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analysis reveals seasonal peaks — inventory and staffing should align accordingly.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4231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Suppliers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8437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suppliers supply the majority of SKUs and revenue — diversification reduces risk.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7490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Employees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0782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handle significantly more orders — recognition &amp; training programs are recommended.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645517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24243E"/>
          </a:solidFill>
          <a:ln w="12700">
            <a:solidFill>
              <a:srgbClr val="3333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Orders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07822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vs weekday patterns suggest different customer segments with distinct buying behaviors.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Experience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332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Table Relationships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05156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all 7 tables interconnect required careful study of the ER diagram and foreign key constraints.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Date Parsing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dates stored as VARCHAR required STR_TO_DATE() conversion for any time-based analysis.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587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Complex JOINs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60604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 (3–4 tables) needed precise ON conditions to avoid duplicates and Cartesian products.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Aggregation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338328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SUM/AVG was computed at the right grain (per order vs per line item) was a recurring challenge.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422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416052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queries on large datasets were slow; adding GROUP BY indexes improved execution times.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C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anything about the Grocery Store SQL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 flipH="1">
            <a:off x="-1" y="2171700"/>
            <a:ext cx="4955721" cy="5174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pc="240" dirty="0"/>
              <a:t>THANK </a:t>
            </a:r>
            <a:r>
              <a:rPr spc="248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</TotalTime>
  <Words>1841</Words>
  <Application>Microsoft Office PowerPoint</Application>
  <PresentationFormat>On-screen Show (16:9)</PresentationFormat>
  <Paragraphs>218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</vt:lpstr>
      <vt:lpstr>Lato Black</vt:lpstr>
      <vt:lpstr>Palatino Linotype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Store Management - SQL Project</dc:title>
  <dc:subject>PptxGenJS Presentation</dc:subject>
  <dc:creator>PptxGenJS</dc:creator>
  <cp:lastModifiedBy>Jidugu Venu Madhav</cp:lastModifiedBy>
  <cp:revision>2</cp:revision>
  <dcterms:created xsi:type="dcterms:W3CDTF">2026-06-25T09:02:27Z</dcterms:created>
  <dcterms:modified xsi:type="dcterms:W3CDTF">2026-06-27T06:21:30Z</dcterms:modified>
</cp:coreProperties>
</file>